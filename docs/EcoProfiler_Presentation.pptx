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EcoProfiler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Criminal Forensic Profiling Using OSINT</a:t>
            </a:r>
          </a:p>
          <a:p>
            <a:r>
              <a:t>Environmental &amp; Infrastructure Crimes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Full-stack OSINT forensic system</a:t>
            </a:r>
          </a:p>
          <a:p>
            <a:r>
              <a:t>- Detects environmental &amp; infrastructure crimes</a:t>
            </a:r>
          </a:p>
          <a:p>
            <a:r>
              <a:t>- Cross-validates satellite + OSINT data</a:t>
            </a:r>
          </a:p>
          <a:p>
            <a:r>
              <a:t>- Generates Forensic Dossiers</a:t>
            </a:r>
          </a:p>
          <a:p>
            <a:r>
              <a:t>- Confidence scoring + Evidence 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• React + Vite + Tailwind</a:t>
            </a:r>
          </a:p>
          <a:p>
            <a:r>
              <a:t>• Leaflet map, Sentiment charts</a:t>
            </a:r>
          </a:p>
          <a:p/>
          <a:p>
            <a:r>
              <a:t>Backend:</a:t>
            </a:r>
          </a:p>
          <a:p>
            <a:r>
              <a:t>• FastAPI OSINT Engine</a:t>
            </a:r>
          </a:p>
          <a:p>
            <a:r>
              <a:t>• Evidence Correlation Engine</a:t>
            </a:r>
          </a:p>
          <a:p/>
          <a:p>
            <a:r>
              <a:t>External Data Sources:</a:t>
            </a:r>
          </a:p>
          <a:p>
            <a:r>
              <a:t>• GEE, GFW, SentinelHub, Overpass, GLEIF, GDELT, Reddit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Hansen GFC (Forest Loss)</a:t>
            </a:r>
          </a:p>
          <a:p>
            <a:r>
              <a:t>- NASA FIRMS (Fire Events)</a:t>
            </a:r>
          </a:p>
          <a:p>
            <a:r>
              <a:t>- GLAD &amp; RADD (Deforestation Alerts)</a:t>
            </a:r>
          </a:p>
          <a:p>
            <a:r>
              <a:t>- Sentinel Hub (NDVI, NBR, TrueColor)</a:t>
            </a:r>
          </a:p>
          <a:p>
            <a:r>
              <a:t>- Overpass (Industrial Infra)</a:t>
            </a:r>
          </a:p>
          <a:p>
            <a:r>
              <a:t>- GLEIF (Corporate Identity)</a:t>
            </a:r>
          </a:p>
          <a:p>
            <a:r>
              <a:t>- Google CSE + GDELT (News Sentiment)</a:t>
            </a:r>
          </a:p>
          <a:p>
            <a:r>
              <a:t>- Reddit (Community Sentiment)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Forensic Dossier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Fire/Loss/Alert aggregation</a:t>
            </a:r>
          </a:p>
          <a:p>
            <a:r>
              <a:t>- Sentinel evidence</a:t>
            </a:r>
          </a:p>
          <a:p>
            <a:r>
              <a:t>- Nearby factories + LEI</a:t>
            </a:r>
          </a:p>
          <a:p>
            <a:r>
              <a:t>- Sentiment weighting</a:t>
            </a:r>
          </a:p>
          <a:p>
            <a:r>
              <a:t>- Evidence chain generation</a:t>
            </a:r>
          </a:p>
          <a:p>
            <a:r>
              <a:t>- Confidence scoring (0–100)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ML anomaly detection</a:t>
            </a:r>
          </a:p>
          <a:p>
            <a:r>
              <a:t>- PostGIS migration</a:t>
            </a:r>
          </a:p>
          <a:p>
            <a:r>
              <a:t>- PDF dossier export</a:t>
            </a:r>
          </a:p>
          <a:p>
            <a:r>
              <a:t>- Cloud-native deployment</a:t>
            </a:r>
          </a:p>
          <a:p>
            <a:r>
              <a:t>- Pushshift 2.0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